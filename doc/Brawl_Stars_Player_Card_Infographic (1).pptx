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Brawl Stars Player Card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6858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6FF"/>
                </a:solidFill>
              </a:rPr>
              <a:t>First mini app: type a Player Tag → see a cool profile card</a:t>
            </a:r>
            <a:endParaRPr lang="en-US" sz="1250" dirty="0"/>
          </a:p>
        </p:txBody>
      </p:sp>
      <p:pic>
        <p:nvPicPr>
          <p:cNvPr id="4" name="Image 0" descr="/mnt/data/brawl_profile_tag_crop.png">    </p:cNvPr>
          <p:cNvPicPr>
            <a:picLocks noChangeAspect="1"/>
          </p:cNvPicPr>
          <p:nvPr/>
        </p:nvPicPr>
        <p:blipFill>
          <a:blip r:embed="rId1"/>
          <a:srcRect l="2229" r="2229" t="0" b="0"/>
          <a:stretch/>
        </p:blipFill>
        <p:spPr>
          <a:xfrm>
            <a:off x="502920" y="1298448"/>
            <a:ext cx="4023360" cy="1600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999232"/>
            <a:ext cx="3840480" cy="347472"/>
          </a:xfrm>
          <a:prstGeom prst="rect">
            <a:avLst/>
          </a:prstGeom>
          <a:solidFill>
            <a:srgbClr val="2F63D6"/>
          </a:solidFill>
          <a:ln>
            <a:solidFill>
              <a:srgbClr val="68C9FF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Ben’s tag: #2YJGQGYPCJ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89204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the app works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892040" y="1627632"/>
            <a:ext cx="1481328" cy="987552"/>
          </a:xfrm>
          <a:prstGeom prst="rect">
            <a:avLst/>
          </a:prstGeom>
          <a:solidFill>
            <a:srgbClr val="175DFF"/>
          </a:solidFill>
          <a:ln>
            <a:solidFill>
              <a:srgbClr val="88DDFF">
                <a:alpha val="90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1. Type tag
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Paste #2YJGQGYPCJ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9944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C3D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702552" y="1627632"/>
            <a:ext cx="1481328" cy="987552"/>
          </a:xfrm>
          <a:prstGeom prst="rect">
            <a:avLst/>
          </a:prstGeom>
          <a:solidFill>
            <a:srgbClr val="09A6E8"/>
          </a:solidFill>
          <a:ln>
            <a:solidFill>
              <a:srgbClr val="88DDFF">
                <a:alpha val="90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2. Click button
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“Show my card”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0456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C3D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513064" y="1627632"/>
            <a:ext cx="1481328" cy="987552"/>
          </a:xfrm>
          <a:prstGeom prst="rect">
            <a:avLst/>
          </a:prstGeom>
          <a:solidFill>
            <a:srgbClr val="175DFF"/>
          </a:solidFill>
          <a:ln>
            <a:solidFill>
              <a:srgbClr val="88DDFF">
                <a:alpha val="90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r>
              <a:t>3. Ask our server</a:t>
            </a:r>
          </a:p>
          <a:p>
            <a:r>
              <a:t>API key stays secret</a:t>
            </a:r>
          </a:p>
        </p:txBody>
      </p:sp>
      <p:sp>
        <p:nvSpPr>
          <p:cNvPr id="12" name="Text 9"/>
          <p:cNvSpPr/>
          <p:nvPr/>
        </p:nvSpPr>
        <p:spPr>
          <a:xfrm>
            <a:off x="10030968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C3D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323576" y="1627632"/>
            <a:ext cx="1481328" cy="987552"/>
          </a:xfrm>
          <a:prstGeom prst="rect">
            <a:avLst/>
          </a:prstGeom>
          <a:solidFill>
            <a:srgbClr val="09A6E8"/>
          </a:solidFill>
          <a:ln>
            <a:solidFill>
              <a:srgbClr val="88DDFF">
                <a:alpha val="90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4. See card
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trophies + brawlers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89204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you learn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892040" y="3493008"/>
            <a:ext cx="3246120" cy="1481328"/>
          </a:xfrm>
          <a:prstGeom prst="rect">
            <a:avLst/>
          </a:prstGeom>
          <a:solidFill>
            <a:srgbClr val="0D2A69">
              <a:alpha val="96000"/>
            </a:srgbClr>
          </a:solidFill>
          <a:ln>
            <a:solidFill>
              <a:srgbClr val="1E8DFF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r>
              <a:t>HTML makes the page</a:t>
            </a:r>
          </a:p>
          <a:p>
            <a:r>
              <a:t>CSS makes it beautiful</a:t>
            </a:r>
          </a:p>
          <a:p>
            <a:r>
              <a:t>JavaScript asks our local server</a:t>
            </a:r>
          </a:p>
          <a:p>
            <a:r>
              <a:t>The server gets real game data</a:t>
            </a:r>
          </a:p>
        </p:txBody>
      </p:sp>
      <p:sp>
        <p:nvSpPr>
          <p:cNvPr id="16" name="Text 13"/>
          <p:cNvSpPr/>
          <p:nvPr/>
        </p:nvSpPr>
        <p:spPr>
          <a:xfrm>
            <a:off x="845820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Secret rule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458200" y="3493008"/>
            <a:ext cx="2788920" cy="1481328"/>
          </a:xfrm>
          <a:prstGeom prst="rect">
            <a:avLst/>
          </a:prstGeom>
          <a:solidFill>
            <a:srgbClr val="66210D">
              <a:alpha val="95000"/>
            </a:srgbClr>
          </a:solidFill>
          <a:ln>
            <a:solidFill>
              <a:srgbClr val="FFB13B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r>
              <a:t>The API token is like a password.</a:t>
            </a:r>
          </a:p>
          <a:p>
            <a:r>
              <a:t>Keep it only on our local server.</a:t>
            </a:r>
          </a:p>
          <a:p>
            <a:r>
              <a:t>The API key allows our current public IP.</a:t>
            </a:r>
          </a:p>
        </p:txBody>
      </p:sp>
      <p:sp>
        <p:nvSpPr>
          <p:cNvPr id="18" name="Text 15"/>
          <p:cNvSpPr/>
          <p:nvPr/>
        </p:nvSpPr>
        <p:spPr>
          <a:xfrm>
            <a:off x="685800" y="5925312"/>
            <a:ext cx="10789920" cy="438912"/>
          </a:xfrm>
          <a:prstGeom prst="rect">
            <a:avLst/>
          </a:prstGeom>
          <a:solidFill>
            <a:srgbClr val="FFDC3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r>
              <a:t>Lesson 1: run locally on the PC. Later: deploy using a backend with a fixed outbound 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Brawl Stars Player Card — First App</dc:title>
  <dc:subject>Brawl Stars Player Card first app</dc:subject>
  <dc:creator>OpenAI</dc:creator>
  <cp:lastModifiedBy>OpenAI</cp:lastModifiedBy>
  <cp:revision>1</cp:revision>
  <dcterms:created xsi:type="dcterms:W3CDTF">2026-08-25T10:45:08Z</dcterms:created>
  <dcterms:modified xsi:type="dcterms:W3CDTF">2026-08-25T10:45:08Z</dcterms:modified>
</cp:coreProperties>
</file>